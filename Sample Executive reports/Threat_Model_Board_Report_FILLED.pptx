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36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0"/>
            <a:ext cx="1828800" cy="1828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Threat Model &amp; Risk Assessment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Financial Services - Executive Security Review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 &amp; Business Context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Assets 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fintech (AWS/Azure)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 + API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customer base (15M users)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Customer PII &amp; payment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API tokens &amp;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Transaction databases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Customer funds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APT groups targeting financial 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Opportunistic cybercriminals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Insider threats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API automation attacks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Regulatory: PCI-DSS, SOC 2 compliance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Third-party: Stripe, Plaid, AWS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Surface: REST APIs, mobile apps, admin console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industry: Change Healthcare ransomware, MOVEit exploits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exposure: High (similar attack patterns used against peers)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Scope: All production payment systems + API gateways | Period: July-Sept 2026 | Methodology: STRIDE + CWE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Snapshot &amp; Risk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E67E22">
              <a:alpha val="80000"/>
            </a:srgbClr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Threats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1097280"/>
          </a:xfrm>
          <a:prstGeom prst="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Trend: ⬆ 28% increase in critical threats since Q2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Threats in Focus: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 Bypass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JWT validation allows unauthenticated access to payment endpoints. Attacker can execute unauthorized transactions.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in User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gaps in admin portal enable database extraction. Customer PII, API keys at risk. High exploitability.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Secrets Management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9377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DB credentials stored in code repos &amp; environment variables. Accessible via compromised developer accounts.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Risk Heat Map - Priority Matrix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2194560" cy="320040"/>
          </a:xfrm>
          <a:prstGeom prst="rect">
            <a:avLst/>
          </a:prstGeom>
          <a:solidFill>
            <a:srgbClr val="E74C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80160" y="128930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bypass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solidFill>
            <a:srgbClr val="E74C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0" y="128930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mgmt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theft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760720" y="1280160"/>
            <a:ext cx="2194560" cy="320040"/>
          </a:xfrm>
          <a:prstGeom prst="rect">
            <a:avLst/>
          </a:prstGeom>
          <a:solidFill>
            <a:srgbClr val="E74C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52160" y="128930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logging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MFA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548640" cy="320040"/>
          </a:xfrm>
          <a:prstGeom prst="rect">
            <a:avLst/>
          </a:prstGeom>
          <a:solidFill>
            <a:srgbClr val="FFCCC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1645920"/>
            <a:ext cx="2194560" cy="320040"/>
          </a:xfrm>
          <a:prstGeom prst="rect">
            <a:avLst/>
          </a:prstGeom>
          <a:solidFill>
            <a:srgbClr val="FFB3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80160" y="165506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bypass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solidFill>
            <a:srgbClr val="FFB3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66160" y="165506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APIs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TLS config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1645920"/>
            <a:ext cx="2194560" cy="320040"/>
          </a:xfrm>
          <a:prstGeom prst="rect">
            <a:avLst/>
          </a:prstGeom>
          <a:solidFill>
            <a:srgbClr val="FFB3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52160" y="165506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 limits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011680"/>
            <a:ext cx="548640" cy="320040"/>
          </a:xfrm>
          <a:prstGeom prst="rect">
            <a:avLst/>
          </a:prstGeom>
          <a:solidFill>
            <a:srgbClr val="FFE6C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2011680"/>
            <a:ext cx="2194560" cy="320040"/>
          </a:xfrm>
          <a:prstGeom prst="rect">
            <a:avLst/>
          </a:prstGeom>
          <a:solidFill>
            <a:srgbClr val="FFD9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80160" y="20208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enumeration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solidFill>
            <a:srgbClr val="FFD9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66160" y="20208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monitoring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2011680"/>
            <a:ext cx="2194560" cy="320040"/>
          </a:xfrm>
          <a:prstGeom prst="rect">
            <a:avLst/>
          </a:prstGeom>
          <a:solidFill>
            <a:srgbClr val="FFD9B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52160" y="20208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377440"/>
            <a:ext cx="548640" cy="320040"/>
          </a:xfrm>
          <a:prstGeom prst="rect">
            <a:avLst/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88720" y="2377440"/>
            <a:ext cx="2194560" cy="320040"/>
          </a:xfrm>
          <a:prstGeom prst="rect">
            <a:avLst/>
          </a:prstGeom>
          <a:solidFill>
            <a:srgbClr val="D9E9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280160" y="23865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solidFill>
            <a:srgbClr val="D9E9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66160" y="23865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60720" y="2377440"/>
            <a:ext cx="2194560" cy="320040"/>
          </a:xfrm>
          <a:prstGeom prst="rect">
            <a:avLst/>
          </a:prstGeom>
          <a:solidFill>
            <a:srgbClr val="D9E9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52160" y="23865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2834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      Medium        High        Critical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Architectural Risks - Detailed Assessment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 Gaps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not properly validated. Weak expiration (30 days). No token rotation on sensitive operations.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444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Unauthorized API access, transaction fraud, account takeover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Encryption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service-to-service communication uses HTTP. Database credentials in plaintext in logs.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404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interception, credential theft, lateral movement by attackers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0906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Secrets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hardcoded in repos. Stripe keys exposed in 3 repositories. No automatic rotation.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364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Production breach of payment processing. Direct financial loss possible.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 &amp; 90-Day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29184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(0-30 days)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HashiCorp Vault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JWT validation 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hardcoded secrets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IP whitelisting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DevSecOps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97480" cy="3291840"/>
          </a:xfrm>
          <a:prstGeom prst="rect">
            <a:avLst/>
          </a:prstGeom>
          <a:solidFill>
            <a:srgbClr val="E67E22">
              <a:alpha val="15000"/>
            </a:srgbClr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(30-60 days)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1.3 for all APIs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API rate limiting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request logging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SIEM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code review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Security + Eng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97480" cy="329184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(60-90 days)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secrets rotation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WAF 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Zero-trust network access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Penetration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response drills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Board Asks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Vault deployment ($25K, 4 weeks)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security hardening ($40K)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rotation automation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WAF + API gateway upgrade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Collaboration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DevSecOps: Infrastructure tooling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Engineering: Code remediation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Compliance: Audit readiness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Finance: Budget allocation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Budget: $120K for tooling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Timeline: 90-day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engagement: AWS WAF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Quarterly reviews scheduled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to Certification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v3.2.1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Non-compliant (6 findings)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- Auth gaps, insufficient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(2 critical)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- Secrets management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GDPR/Data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 (with exceptions)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- Encryption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critical findings within 60 days to maintain PCI-DSS certification. Projected audit: Q4 2026. Delay increases audit costs and potential penalties.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findings and remediation roadmap available in 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Rajamohan Reddy, Security Architect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rajamohanreddy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692</Words>
  <Application>Microsoft Office PowerPoint</Application>
  <PresentationFormat>On-screen Show (16:9)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Rajamohan Reddy</cp:lastModifiedBy>
  <cp:revision>2</cp:revision>
  <dcterms:created xsi:type="dcterms:W3CDTF">2026-08-06T10:51:07Z</dcterms:created>
  <dcterms:modified xsi:type="dcterms:W3CDTF">2026-08-06T13:55:10Z</dcterms:modified>
</cp:coreProperties>
</file>