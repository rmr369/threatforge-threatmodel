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C896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Architecture Board Report Template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Framework for Communicating Secure Design to Leadership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Template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enables security architects to present infrastructure and application security designs to executive stakeholders. It includes: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 Pre-structured slides for security architecture reviews and assessments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 Component mapping and dependency analysis frameworks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 Security control integration and coverage visualization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  Compliance alignment and standards adherence documentation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  Technical debt and architectural improvement roadmaps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[placeholders] with your architectural data. Refer to speaker notes for detailed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5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C896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[Quarter/Year] Security Architecture Review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 &amp; Compliance Assessment for Board Review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Landscape &amp; Assessment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&amp;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Domains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[Compute: VMs / Containers / Serverless]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[Network: Firewalls / LBs / Gateways]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[Storage: Databases / File systems]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[Authentication]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[Encryption]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[Access Control]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[Monitoring]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[ISO 27001]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[SOC 2 Type II]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[NIST CSF]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[GDPR / Industry-specific]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[Systems in review] | Excluded: [Out-of-scope systems] | Assessment Date: [Period]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Coverage &amp; Maturity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Implemented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1097280"/>
          </a:xfrm>
          <a:prstGeom prst="rect">
            <a:avLst/>
          </a:prstGeom>
          <a:solidFill>
            <a:srgbClr val="9B9B9B">
              <a:alpha val="80000"/>
            </a:srgbClr>
          </a:solidFill>
          <a:ln w="25400">
            <a:solidFill>
              <a:srgbClr val="9B9B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Components Status: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[Component 1]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[Component 2]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Attention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[Component 3]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At 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Strengths &amp; Well-Implemented Controls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[Multiple layers of security controls across network, application, and data layers]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[Implement microsegmentation and verify every request]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Default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[Secure configurations are applied as standard baseline]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Gaps &amp; Areas for Improvement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E74C3C">
              <a:alpha val="1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[Gap #1: Missing Encryption]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170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in transit/at-rest not encrypted in specific component]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E74C3C">
              <a:alpha val="1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[Gap #2: Insufficient Logging]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22219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[Audit trails incomplete or not centralized]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39C12">
              <a:alpha val="1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[Gap #3: Weak Segmentation]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32735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[Network or application-level isolation not enforced]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Improvements &amp; Implementation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97480" cy="338328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(0-30 days)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97480" cy="338328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(1-3 months)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3383280"/>
          </a:xfrm>
          <a:prstGeom prst="rect">
            <a:avLst/>
          </a:prstGeom>
          <a:solidFill>
            <a:srgbClr val="00C896">
              <a:alpha val="15000"/>
            </a:srgbClr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234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(3-12 months)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920240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 &amp; Standards Coverage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C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 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control 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function 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[Industry Standard]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[X]% 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gaps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business compliance requirements. Recommended: Address critical gaps within 90 days to maintain certification readiness.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Recommendations &amp; Board Asks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1 – Budget/Timeline]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2 – Budget/Timeline]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3 – Budget/Timeline]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 resource allocation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Vendor/tool evaluation partnership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architecture review cadence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Support Needed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for architecture tooling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governance 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[Architecture Lead Name]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 | [Phone]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2026-08-06T10:48:55Z</dcterms:created>
  <dcterms:modified xsi:type="dcterms:W3CDTF">2026-08-06T10:48:55Z</dcterms:modified>
</cp:coreProperties>
</file>