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the board through the threat landscape, risk exposure, and your mitigation strategy using this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this slide to frame the conversation. Replace quarter/year and company name with actual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D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731520"/>
            <a:ext cx="1828800" cy="18288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 Model Board Report Template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Framework for Communicating Security Threats to Leadership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4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Template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template helps security teams present threat modeling findings and architecture reviews to executive leadership and board members. It includes: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❶   Pre-structured slides aligned to threat modeling and architecture assessment frameworks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❷   Guidance on threat prioritization and communication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❸   Business impact narratives tied to identified threats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❹   Risk heat maps and remediation roadmaps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❺   Appendix with threat modeling methodologies and references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Tips: Customize placeholders [like this] with your data. Check speaker notes for detailed guidance on each slide.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D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D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731520"/>
            <a:ext cx="1828800" cy="18288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[Quarter/Year] Threat Model &amp; Architecture Assessment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Strategic Recommendations for Board Review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4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Landscape &amp; Business Context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A90E2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853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Assets at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Actors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[Operating model: Cloud-native / Hybrid / On-prem]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[Critical data: PII / Payments / IP / Availability]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[External / Insider / State-sponsored]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[Industry exposure: Competitive / Regulatory / Geopolitical]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[Third-party dependencies: Vendors / APIs / Cloud providers]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[Attack surface: Applications / Infrastructure / Supply chain]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Scope: [Systems included / Exclusions / Date range]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4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Snapshot &amp; Risk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1828800" cy="1097280"/>
          </a:xfrm>
          <a:prstGeom prst="rect">
            <a:avLst/>
          </a:prstGeom>
          <a:solidFill>
            <a:srgbClr val="E74C3C">
              <a:alpha val="80000"/>
            </a:srgbClr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Threats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828800" cy="1097280"/>
          </a:xfrm>
          <a:prstGeom prst="rect">
            <a:avLst/>
          </a:prstGeom>
          <a:solidFill>
            <a:srgbClr val="E67E22">
              <a:alpha val="80000"/>
            </a:srgbClr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6032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Threats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1828800" cy="1097280"/>
          </a:xfrm>
          <a:prstGeom prst="rect">
            <a:avLst/>
          </a:prstGeom>
          <a:solidFill>
            <a:srgbClr val="F39C12">
              <a:alpha val="80000"/>
            </a:srgbClr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Threats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097280"/>
            <a:ext cx="1828800" cy="1097280"/>
          </a:xfrm>
          <a:prstGeom prst="rect">
            <a:avLst/>
          </a:prstGeom>
          <a:solidFill>
            <a:srgbClr val="27AE60">
              <a:alpha val="80000"/>
            </a:srgbClr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5836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Threats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Threats in Focus: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[Threat #1]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1546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and affected components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[Threat #2]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8862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and affected components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4343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[Threat #3]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8720" y="46177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and affected components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4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Risk Heat 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594360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1371600"/>
            <a:ext cx="594360" cy="365760"/>
          </a:xfrm>
          <a:prstGeom prst="rect">
            <a:avLst/>
          </a:prstGeom>
          <a:solidFill>
            <a:srgbClr val="FF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1371600"/>
            <a:ext cx="594360" cy="365760"/>
          </a:xfrm>
          <a:prstGeom prst="rect">
            <a:avLst/>
          </a:prstGeom>
          <a:solidFill>
            <a:srgbClr val="FF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1371600"/>
            <a:ext cx="594360" cy="365760"/>
          </a:xfrm>
          <a:prstGeom prst="rect">
            <a:avLst/>
          </a:prstGeom>
          <a:solidFill>
            <a:srgbClr val="FFE6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1828800"/>
            <a:ext cx="594360" cy="365760"/>
          </a:xfrm>
          <a:prstGeom prst="rect">
            <a:avLst/>
          </a:prstGeom>
          <a:solidFill>
            <a:srgbClr val="FF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1828800"/>
            <a:ext cx="594360" cy="365760"/>
          </a:xfrm>
          <a:prstGeom prst="rect">
            <a:avLst/>
          </a:prstGeom>
          <a:solidFill>
            <a:srgbClr val="FFE6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1828800"/>
            <a:ext cx="594360" cy="365760"/>
          </a:xfrm>
          <a:prstGeom prst="rect">
            <a:avLst/>
          </a:prstGeom>
          <a:solidFill>
            <a:srgbClr val="FFE6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1828800"/>
            <a:ext cx="594360" cy="365760"/>
          </a:xfrm>
          <a:prstGeom prst="rect">
            <a:avLst/>
          </a:prstGeom>
          <a:solidFill>
            <a:srgbClr val="F0E68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86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97280" y="2286000"/>
            <a:ext cx="594360" cy="365760"/>
          </a:xfrm>
          <a:prstGeom prst="rect">
            <a:avLst/>
          </a:prstGeom>
          <a:solidFill>
            <a:srgbClr val="E6F3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37360" y="2286000"/>
            <a:ext cx="594360" cy="365760"/>
          </a:xfrm>
          <a:prstGeom prst="rect">
            <a:avLst/>
          </a:prstGeom>
          <a:solidFill>
            <a:srgbClr val="E6F3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2286000"/>
            <a:ext cx="594360" cy="365760"/>
          </a:xfrm>
          <a:prstGeom prst="rect">
            <a:avLst/>
          </a:prstGeom>
          <a:solidFill>
            <a:srgbClr val="F0E68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2286000"/>
            <a:ext cx="594360" cy="365760"/>
          </a:xfrm>
          <a:prstGeom prst="rect">
            <a:avLst/>
          </a:prstGeom>
          <a:solidFill>
            <a:srgbClr val="90EE9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383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37360" y="3383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77440" y="3383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17520" y="3383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3832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Threat Placement: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[Threat 1] → High Likelihood, Critical Impact  |  [Threat 2] → Med, High  |  [Threat 3] → Low, Medium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4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Design Issues &amp; Architectural Risks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F5F7FA"/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618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[Risk #1: Insufficient Authentication]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or missing auth mechanisms across critical flows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solidFill>
            <a:srgbClr val="F5F7FA"/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677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[Risk #2: Insecure Data Flow]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57860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Unencrypted transmission or improper data isolation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solidFill>
            <a:srgbClr val="F5F7FA"/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735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[Risk #3: Missing Security Controls]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58444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access control, logging, or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4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Strategy &amp; Implementation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3291840"/>
          </a:xfrm>
          <a:prstGeom prst="rect">
            <a:avLst/>
          </a:prstGeom>
          <a:solidFill>
            <a:srgbClr val="E74C3C">
              <a:alpha val="15000"/>
            </a:srgbClr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Immediate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2]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[Target: 30 days]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651760" cy="3291840"/>
          </a:xfrm>
          <a:prstGeom prst="rect">
            <a:avLst/>
          </a:prstGeom>
          <a:solidFill>
            <a:srgbClr val="E67E22">
              <a:alpha val="15000"/>
            </a:srgbClr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Short-term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29000" y="182880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2]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[Target: 90 days]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651760" cy="3291840"/>
          </a:xfrm>
          <a:prstGeom prst="rect">
            <a:avLst/>
          </a:prstGeom>
          <a:solidFill>
            <a:srgbClr val="F39C12">
              <a:alpha val="15000"/>
            </a:srgbClr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Long-term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182880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2]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[Target: 6 months]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4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&amp; Board Asks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[Initiative #1 – Timeline]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[Initiative #2 – Timeline]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[Initiative #3 – Timeline]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Collaboration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554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Partnering with [Team] on [Outcome]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Engaging [Stakeholder] to support [Initiative]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2377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Coordinating with [Division] for implementation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Asks (If Any)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allocation for tooling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Policy/governance support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Third-party vendor engagement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D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743200" y="29260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[Security Lead Name]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[Email] | [Phone]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2026-08-06T10:48:03Z</dcterms:created>
  <dcterms:modified xsi:type="dcterms:W3CDTF">2026-08-06T10:48:03Z</dcterms:modified>
</cp:coreProperties>
</file>